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image" Target="../media/image-8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adoring-intelligent-mccarthy/mnt/Downloads/DATAFIX-Streamlit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9848" y="1097280"/>
            <a:ext cx="4572000" cy="3017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29768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600" kern="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 4 — Application Streamlit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57200" y="480060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comédie française, sublimée par la data.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638648" y="5440680"/>
            <a:ext cx="914400" cy="45720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58521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Romain · Salim · Gatien · Jade · Liliana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21792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Wild Code School · Mai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CONTEXTE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besoin client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8640" cy="45720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031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futur cinéma indépendant en Creuse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porteur de projet souhaite ouvrir un cinéma rural en Creuse.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se différencier des multiplexes urbains, il a besoin d'un </a:t>
            </a:r>
            <a:pPr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 éditorial fort</a:t>
            </a:r>
            <a:pPr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d'un outil moderne pour aider ses spectateurs à choisir.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75120" y="2103120"/>
            <a:ext cx="4846320" cy="3657600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0" y="2103120"/>
            <a:ext cx="4846320" cy="73152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24688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hab/km²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685800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9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Densité de la Creuse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0" y="420624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département le moins densément peuplé de France métropolitaine. Une opportunité culturelle pour un cinéma de proximité.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 · Sprint 4 ·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solution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8640" cy="45720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application web qui recommande des comédies françaises sur mesure.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2560" y="2926080"/>
            <a:ext cx="3657600" cy="3108960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2560" y="2926080"/>
            <a:ext cx="36576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688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FEATURE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6880" y="3611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ciblé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36880" y="438912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comédies françaises iconiques, sorties après 1980, notées 6.5/10 ou plus sur TMDB.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67048" y="2926080"/>
            <a:ext cx="3657600" cy="3108960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67048" y="2926080"/>
            <a:ext cx="36576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1368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FEATURE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41368" y="3611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Affiches officielles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41368" y="438912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Récupération en direct depuis l'API TMDB pour une expérience visuelle premium.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71536" y="2926080"/>
            <a:ext cx="3657600" cy="3108960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71536" y="2926080"/>
            <a:ext cx="36576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45856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FEATURE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45856" y="3611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 instantanée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445856" y="438912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Choisissez un film, l'algorithme propose 8 comédies similaires en moins d'une seconde.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 · Sprint 4 ·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POSITIONNEMENT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critères de sélection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8640" cy="45720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0868" y="2103120"/>
            <a:ext cx="5394960" cy="1645920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0868" y="2103120"/>
            <a:ext cx="73152" cy="1645920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0908" y="2286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821028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française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1028" y="28803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ancrer le cinéma dans son territoire et soutenir la création nationale.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5868" y="2103120"/>
            <a:ext cx="5394960" cy="1645920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55868" y="2103120"/>
            <a:ext cx="73152" cy="1645920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75908" y="2286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536028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après 1980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536028" y="28803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cinéma vivant qui parle directement aux générations d'aujourd'hui.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0868" y="4114800"/>
            <a:ext cx="5394960" cy="1645920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0868" y="4114800"/>
            <a:ext cx="73152" cy="1645920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0908" y="4297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821028" y="4343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comédie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21028" y="48920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registre fédérateur, capable de rassembler toutes les générations en zone rurale.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55868" y="4114800"/>
            <a:ext cx="5394960" cy="1645920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55868" y="4114800"/>
            <a:ext cx="73152" cy="1645920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75908" y="4297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536028" y="4343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≥ 6.5/10 sur TMDB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536028" y="48920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gage de qualité validé par des dizaines de milliers de spectateurs.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 · Sprint 4 ·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DONNÉES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de données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8640" cy="45720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743200"/>
            <a:ext cx="2743200" cy="1280160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743200"/>
            <a:ext cx="27432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Titres et notes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389120"/>
            <a:ext cx="2743200" cy="1280160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4389120"/>
            <a:ext cx="27432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617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0080" y="5074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Affiches, synopsis, genres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3383280"/>
            <a:ext cx="1554480" cy="822960"/>
          </a:xfrm>
          <a:prstGeom prst="line">
            <a:avLst/>
          </a:prstGeom>
          <a:noFill/>
          <a:ln w="25400">
            <a:solidFill>
              <a:srgbClr val="F5C51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3383280" y="3749040"/>
            <a:ext cx="1554480" cy="822960"/>
          </a:xfrm>
          <a:prstGeom prst="line">
            <a:avLst/>
          </a:prstGeom>
          <a:noFill/>
          <a:ln w="25400">
            <a:solidFill>
              <a:srgbClr val="F5C51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3383280"/>
            <a:ext cx="2743200" cy="1645920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0E0E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E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tconst ↔ tmdb_id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37760" y="4434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E0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filtres métier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680960" y="4206240"/>
            <a:ext cx="914400" cy="0"/>
          </a:xfrm>
          <a:prstGeom prst="line">
            <a:avLst/>
          </a:prstGeom>
          <a:noFill/>
          <a:ln w="25400">
            <a:solidFill>
              <a:srgbClr val="F5C5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5360" y="3108960"/>
            <a:ext cx="3200400" cy="2194560"/>
          </a:xfrm>
          <a:prstGeom prst="rect">
            <a:avLst/>
          </a:prstGeom>
          <a:solidFill>
            <a:srgbClr val="16161A"/>
          </a:solidFill>
          <a:ln w="25400">
            <a:solidFill>
              <a:srgbClr val="F5C5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0" y="32461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6400" dirty="0"/>
          </a:p>
        </p:txBody>
      </p:sp>
      <p:sp>
        <p:nvSpPr>
          <p:cNvPr id="22" name="Text 20"/>
          <p:cNvSpPr/>
          <p:nvPr/>
        </p:nvSpPr>
        <p:spPr>
          <a:xfrm>
            <a:off x="859536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comédies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95360" y="4526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françaises iconiques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95360" y="4892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notées ≥ 6.5/10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 · Sprint 4 ·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MODÈLE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L'algorithme de recommandation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8640" cy="45720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92024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content-based : TF-IDF + similarité cosinus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26568" y="2743200"/>
            <a:ext cx="2697480" cy="2194560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0888" y="2971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700888" y="3886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de mots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0888" y="43434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+ synopsis concaténés pour chaque film.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06928" y="2743200"/>
            <a:ext cx="2697480" cy="2194560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1248" y="2971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3581248" y="3886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81248" y="43434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en français (mots et bigrammes).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7288" y="2743200"/>
            <a:ext cx="2697480" cy="2194560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1608" y="2971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6461608" y="3886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Similarité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61608" y="43434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cosinus entre tous les films.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67648" y="2743200"/>
            <a:ext cx="2697480" cy="2194560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41968" y="2971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9341968" y="3886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41968" y="43434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remonte les 8 films au score le plus élevé.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521208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cette approche ? </a:t>
            </a:r>
            <a:pPr indent="0" marL="0">
              <a:buNone/>
            </a:pPr>
            <a:r>
              <a:rPr lang="en-US" sz="13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besoin de notes utilisateurs (cold start résolu), très rapide même sur des dizaines de milliers de films, et explicable au client.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 · Sprint 4 ·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INTERFACE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L'application Streamlit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8640" cy="45720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92024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pages, identité visuelle DATAFIX (noir cinéma + jaune doré)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0868" y="2743200"/>
            <a:ext cx="5394960" cy="1371600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0868" y="2743200"/>
            <a:ext cx="73152" cy="1371600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0908" y="2926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0908" y="33832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produit, chiffres clés, CTA vers la recommandation.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5868" y="2743200"/>
            <a:ext cx="5394960" cy="1371600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55868" y="2743200"/>
            <a:ext cx="73152" cy="1371600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75908" y="2926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75908" y="33832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d'un film puis grille de 8 propositions similaires avec affiches.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0868" y="4389120"/>
            <a:ext cx="5394960" cy="1371600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0868" y="4389120"/>
            <a:ext cx="73152" cy="1371600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0908" y="4572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0908" y="50292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catalogue, répartition par décennie et par genre, top 10.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55868" y="4389120"/>
            <a:ext cx="5394960" cy="1371600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55868" y="4389120"/>
            <a:ext cx="73152" cy="1371600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75908" y="4572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propos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75908" y="50292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Scrum, méthodologie de sélection, stack technique.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 · Sprint 4 ·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ÉQUIPE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 Scrum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8640" cy="45720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7988" y="2103120"/>
            <a:ext cx="2148840" cy="3657600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7988" y="2103120"/>
            <a:ext cx="214884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/sessions/adoring-intelligent-mccarthy/mnt/Downloads/DATAFIX-Streamlit/assets/photo_roma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168" y="2377440"/>
            <a:ext cx="1554480" cy="155448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5148" y="4069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SCRUM MASTER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95148" y="4389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Romain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95148" y="489204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des sprints et animation des cérémonies.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89708" y="2103120"/>
            <a:ext cx="2148840" cy="3657600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89708" y="2103120"/>
            <a:ext cx="214884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3" name="Image 1" descr="/sessions/adoring-intelligent-mccarthy/mnt/Downloads/DATAFIX-Streamlit/assets/photo_salim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888" y="2377440"/>
            <a:ext cx="1554480" cy="1554480"/>
          </a:xfrm>
          <a:prstGeom prst="ellipse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26868" y="4069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OWNER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826868" y="4389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Salim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2826868" y="489204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produit, backlog et lien avec le client.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021428" y="2103120"/>
            <a:ext cx="2148840" cy="3657600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021428" y="2103120"/>
            <a:ext cx="214884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9" name="Image 2" descr="/sessions/adoring-intelligent-mccarthy/mnt/Downloads/DATAFIX-Streamlit/assets/photo_gatien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608" y="2377440"/>
            <a:ext cx="1554480" cy="1554480"/>
          </a:xfrm>
          <a:prstGeom prst="ellipse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58588" y="4069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REVIEWER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5158588" y="4389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Gatien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5158588" y="489204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de code, qualité et intégration.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353148" y="2103120"/>
            <a:ext cx="2148840" cy="3657600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353148" y="2103120"/>
            <a:ext cx="214884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5" name="Image 3" descr="/sessions/adoring-intelligent-mccarthy/mnt/Downloads/DATAFIX-Streamlit/assets/photo_jad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328" y="2377440"/>
            <a:ext cx="1554480" cy="1554480"/>
          </a:xfrm>
          <a:prstGeom prst="ellipse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90308" y="4069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MEMBER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7490308" y="4389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Jade</a:t>
            </a:r>
            <a:endParaRPr lang="en-US" sz="2000" dirty="0"/>
          </a:p>
        </p:txBody>
      </p:sp>
      <p:sp>
        <p:nvSpPr>
          <p:cNvPr id="28" name="Text 22"/>
          <p:cNvSpPr/>
          <p:nvPr/>
        </p:nvSpPr>
        <p:spPr>
          <a:xfrm>
            <a:off x="7490308" y="489204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Mots-clés, NLP, enrichissement du dataset.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9684868" y="2103120"/>
            <a:ext cx="2148840" cy="3657600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9684868" y="2103120"/>
            <a:ext cx="214884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1" name="Image 4" descr="/sessions/adoring-intelligent-mccarthy/mnt/Downloads/DATAFIX-Streamlit/assets/photo_liliana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2048" y="2377440"/>
            <a:ext cx="1554480" cy="1554480"/>
          </a:xfrm>
          <a:prstGeom prst="ellipse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822028" y="4069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MEMBER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9822028" y="4389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Liliana</a:t>
            </a:r>
            <a:endParaRPr lang="en-US" sz="2000" dirty="0"/>
          </a:p>
        </p:txBody>
      </p:sp>
      <p:sp>
        <p:nvSpPr>
          <p:cNvPr id="34" name="Text 27"/>
          <p:cNvSpPr/>
          <p:nvPr/>
        </p:nvSpPr>
        <p:spPr>
          <a:xfrm>
            <a:off x="9822028" y="489204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Distribution, visualisations et analyses.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 · Sprint 4 · 2026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8640" cy="45720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92024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100 % open source, déployés gratuitement.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0868" y="2743200"/>
            <a:ext cx="5394960" cy="1554480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0868" y="2743200"/>
            <a:ext cx="539496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5188" y="2926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Données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15188" y="3246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15188" y="37033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 des données, fusion des sources IMDb et TMDB.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55868" y="2743200"/>
            <a:ext cx="5394960" cy="1554480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55868" y="2743200"/>
            <a:ext cx="539496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0188" y="2926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Modèle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30188" y="3246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30188" y="37033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et similarité cosinus pour le moteur de recommandation.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0868" y="4572000"/>
            <a:ext cx="5394960" cy="1554480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0868" y="4572000"/>
            <a:ext cx="539496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5188" y="4754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Interface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5188" y="5074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· TMDB API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15188" y="55321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multipage et affiches officielles en temps réel.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55868" y="4572000"/>
            <a:ext cx="5394960" cy="1554480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55868" y="4572000"/>
            <a:ext cx="539496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0188" y="4754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DevOps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30188" y="5074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· Streamlit Cloud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530188" y="55321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Versionnement collaboratif et déploiement continu automatique.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 · Sprint 4 ·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DÉMO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 en ligne, dès maintenant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8640" cy="45720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2468880"/>
            <a:ext cx="9448495" cy="1828800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926080"/>
            <a:ext cx="9448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0E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https://datafix-creuse.streamlit.app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374904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E0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24/7 · mise à jour automatique à chaque commit GitHub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20928" y="4846320"/>
            <a:ext cx="3200400" cy="1280160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0928" y="4983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020928" y="5669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9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TEMPS DE RÉPONSE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95648" y="4846320"/>
            <a:ext cx="3200400" cy="1280160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5648" y="4983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495648" y="5669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9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COMÉDIES CATALOGUE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70368" y="4846320"/>
            <a:ext cx="3200400" cy="1280160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70368" y="4983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970368" y="5669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9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SOURCE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 · Sprint 4 ·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8640" cy="45720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86000"/>
            <a:ext cx="10362895" cy="731520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286000"/>
            <a:ext cx="73152" cy="731520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51760" y="2423160"/>
            <a:ext cx="8351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Brancher le dataset complet (76 796 films TMDB) en remplacement de l'échantillon.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200400"/>
            <a:ext cx="10362895" cy="731520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200400"/>
            <a:ext cx="73152" cy="731520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337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 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3337560"/>
            <a:ext cx="8351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une recommandation collaborative en complément du content-based.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114800"/>
            <a:ext cx="73152" cy="731520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4251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 7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4251960"/>
            <a:ext cx="8351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Recueillir les retours du commanditaire et itérer sur l'UX.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5029200"/>
            <a:ext cx="10362895" cy="731520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5029200"/>
            <a:ext cx="73152" cy="731520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5166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 8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51760" y="5166360"/>
            <a:ext cx="8351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la mise en production et le transfert de connaissances au client.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 · Sprint 4 ·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adoring-intelligent-mccarthy/mnt/Downloads/DATAFIX-Streamlit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5648" y="914400"/>
            <a:ext cx="3200400" cy="2103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91840"/>
            <a:ext cx="112772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9000" dirty="0"/>
          </a:p>
        </p:txBody>
      </p:sp>
      <p:sp>
        <p:nvSpPr>
          <p:cNvPr id="4" name="Shape 1"/>
          <p:cNvSpPr/>
          <p:nvPr/>
        </p:nvSpPr>
        <p:spPr>
          <a:xfrm>
            <a:off x="5410048" y="4617720"/>
            <a:ext cx="137160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484632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aux questions.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58521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datafix-creuse.streamlit.app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DATAFIX – Sprint 4 Review</dc:title>
  <dc:subject>PptxGenJS Presentation</dc:subject>
  <dc:creator>Équipe DATAFIX</dc:creator>
  <cp:lastModifiedBy>Équipe DATAFIX</cp:lastModifiedBy>
  <cp:revision>1</cp:revision>
  <dcterms:created xsi:type="dcterms:W3CDTF">2026-05-05T20:51:10Z</dcterms:created>
  <dcterms:modified xsi:type="dcterms:W3CDTF">2026-05-05T20:51:10Z</dcterms:modified>
</cp:coreProperties>
</file>